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2F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2A2F"/>
                </a:solidFill>
                <a:latin typeface="Calibri"/>
              </a:rPr>
              <a:t>Share of each system's patches that fully resolved the issue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Resolve rate (%)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Llama 4 Scout</c:v>
                  </c:pt>
                  <c:pt idx="1">
                    <c:v>Claude 3.5 (SWE-agent)</c:v>
                  </c:pt>
                  <c:pt idx="2">
                    <c:v>GPT-4o (Agentless)</c:v>
                  </c:pt>
                  <c:pt idx="3">
                    <c:v>Amazon Q</c:v>
                  </c:pt>
                  <c:pt idx="4">
                    <c:v>GLM-4.6</c:v>
                  </c:pt>
                  <c:pt idx="5">
                    <c:v>GPT-5 / Qwen3 (OpenHands)</c:v>
                  </c:pt>
                  <c:pt idx="6">
                    <c:v>Kimi K2 (Lingxi)</c:v>
                  </c:pt>
                  <c:pt idx="7">
                    <c:v>Claude 4 Sonnet (Tools)</c:v>
                  </c:pt>
                  <c:pt idx="8">
                    <c:v>Gemini 3 Pro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9.1</c:v>
                </c:pt>
                <c:pt idx="1">
                  <c:v>34.6</c:v>
                </c:pt>
                <c:pt idx="2">
                  <c:v>39.2</c:v>
                </c:pt>
                <c:pt idx="3">
                  <c:v>55.3</c:v>
                </c:pt>
                <c:pt idx="4">
                  <c:v>68.6</c:v>
                </c:pt>
                <c:pt idx="5">
                  <c:v>70.9</c:v>
                </c:pt>
                <c:pt idx="6">
                  <c:v>71.3</c:v>
                </c:pt>
                <c:pt idx="7">
                  <c:v>72.4</c:v>
                </c:pt>
                <c:pt idx="8">
                  <c:v>77.9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B2A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deck explains the moving parts of the project and, specifically, how data produced by the shell and Python scripts is loaded by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nothing else, remember the shape of the table. The example rows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TrustGate is a three-way gate driven by a calibrated probability. Thresholds are a business decision made on validation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confusion: dataset 1 arrives through the notebook, dataset 2 arrives through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notebook, three shell entry points, eight Python modules, five markdown documents. data/ is never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use set -euo pipefail. run_pipeline.sh is the one that produces the data the notebook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required steps, two optional. Orange labels are the files each step writes into data/.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hand-off point is a single CSV. That keeps the notebook independent of how the data was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notebook works on Colab with no pipeline at all: dataset 1 needs only internet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coupling between pipeline and notebook is this file path and the shared column list. On Colab, upload the CSV and set the path in this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 rule: the right-hand column is the answer key and must stay out of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is by instance_id, never by row, so the model is never tested on a bug it trained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 systems supply negatives, strong systems supply positives. The spread by system and by difficulty is signal the model can learn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 precision was 91% on validation and 77% on test: the 100-issue validation set overfits the threshold. That gap is what the frozen test split exists to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Verified the two new algorithms scored about the same as the plain tree: 0.71 vs 0.74 AUC, 76% approve precision either way. That is the evidence that the issue count, not the algorithm, is the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lower AUC on the full set is not a regression of the method: same code, harder and lower-base-rate data. The tighter interval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20 is where TrustGate stops being a benchmark classifier and starts being a decision system on the organization's own PRs.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run_harness.sh in the repo as the documented way to grade new patches, but treat Docker as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commands. Everything else is documented in the markdown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TrustGate × SWE-bench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notebook, the shell scripts and the Python pipeline fit together, and how the data gets from the terminal into the notebook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run: 4,908 graded candidate patches · 500 issues · 12 repositories · 10 coding systems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0" y="132588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48272" y="13258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0" y="21488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48272" y="214884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0" y="297180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8272" y="297180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dataset in one sentence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real bugs. </a:t>
            </a:r>
            <a:pPr indent="0" marL="0">
              <a:buNone/>
            </a:pPr>
            <a:r>
              <a:rPr lang="en-US" sz="1700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ten attempted fixes for each one, written by different AI agents. </a:t>
            </a:r>
            <a:pPr indent="0" marL="0">
              <a:buNone/>
            </a:pPr>
            <a:r>
              <a:rPr lang="en-US" sz="1700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attempt, a known answer: </a:t>
            </a:r>
            <a:pPr indent="0" marL="0">
              <a:buNone/>
            </a:pPr>
            <a:r>
              <a:rPr lang="en-US" sz="17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fixed the bug or it did not.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29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the project follows from that: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5915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5059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notebook's job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7063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guess that known answer by looking only at the patch, before anyone runs the tests.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235915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245059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three-way gate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77063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guess into approve, human review, or reject, with cut-offs chosen on validation data.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235915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45059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Clues it may use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77063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 and shape. Does it still parse and compile. Above all: does it agree with the other attempts at the same bug.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11696" y="235915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48856" y="245059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Clues it may not use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277063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itself or anything close to it: test results, the real human fix, and which agent wrote the patch.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188720"/>
                <a:gridCol w="1097280"/>
                <a:gridCol w="1371600"/>
                <a:gridCol w="91440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 changed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agrees with others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django-11099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 Pro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--git 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django-11099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Scout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--git 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table: one row per attempt, a patch, a handful of clues, and a 1 or a 0.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TrustGate answers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bug report and a proposed code fix, how likely is it that the fix actually works?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a probability, not a yes/no.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thresholds, chosen on validation data and then frozen, turn the probability into one of three decisions.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probability is approved automatically, low probability is rejected automatically, the uncertain middle goes to a person.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used to train it comes from SWE-bench: did the patch pass the issue's tests in the official environment?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software-correctness proxy, not a full production safety label. Section 20 of the notebook is about closing that gap.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0" y="14630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25312" y="146304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+ candidate patch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2011680"/>
            <a:ext cx="0" cy="32004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852160" y="233172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25312" y="233172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P(patch is correct)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2880360"/>
            <a:ext cx="0" cy="32004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52160" y="32004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25312" y="320040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32004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85432" y="320040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32004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45552" y="320040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approve cut-off  ·  middle  ·  p ≤ reject cut-off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datasets, from two different places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stored in the repository. Both are downloaded.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27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1: the 500 bugs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Verified: 500 real GitHub issues from 12 Python projects, each with the bug report, the merged fix and the tests that fix made pass.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Hugging Face. The notebook downloads it itself in the imports cell near the top.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sections 3 and 4 for benchmark EDA, and by section 19 for issue text.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keeps its own parquet copy at data/swebench_verified.parquet for the scripts.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64592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6276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2: the candidate table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121408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10312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4,900 candidate patches, one row each, with a 1 or 0 label from the official test harness.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 SWE-bench leaderboard submissions, downloaded from a public S3 bucket by run_pipeline.sh.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data/trustgate_candidate_results.csv, which the notebook reads in section 8.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training data. Without it, sections 9 to 19 print a message and skip.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 the repository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TrustGate_SWEBench_PoC_ML_v3.ipynb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study: EDA, feature design, splitting, models, calibration, three-way gate, experiments, production 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setup_and_run.sh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the Python environment with uv and launches Jupyter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run_pipeline.sh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Python pipeline steps in order and produces the candidate 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pipeline/*.py  (9 scripts)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select_issues, list_submissions, fetch_candidates, build_predictions, static_checks, build_candidate_table, import_github_prs, score_patch, common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pipeline/run_harness.sh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regrade patches with the official SWE-bench Docker harness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cleanup.sh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environment, caches, downloads, and harness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README, GETTING_STARTED, PIPELINE, PIPELINE_EXPLAINED, setup_and_run 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Overview, fresh-clone walkthrough, technical step reference, plain-English version, setup script explainer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data/, data/full/  (git-ignored)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the pipeline downloads or produces, one folder per benchmark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models/trustgate_gate.joblib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model, features, frozen thresholds; written by notebook cell 19.6, read by score_patch.py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shell layer: three entry points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wrappers that run commands in a fixed order and stop on the first error.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27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setup_and_run.sh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uv if missing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.venv with Python 3.11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Jupyter, pandas, scikit-learn, matplotlib, datasets, plus pipeline helpers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imports, prints versions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Jupyter on the notebook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--no-run stops before launching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4592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627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run_pipeline.sh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2140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48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setup if .venv is missing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Python steps: select, catalog, fetch, predictions, build table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 200 for a sample of issues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--auto 12 or --submissions for which systems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--static adds code-health features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--skip-fetch rebuilds from cache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4592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1627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cleanup.sh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12140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148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.venv, checkpoints, __pycache__, harness logs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--data also removes downloaded patches and repo clones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--hf-cache, --docker, --all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--dry-run previews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deletes the final CSVs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Python pipeline: public results to one CSV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run_pipeline.sh calls these in order. Each writes a file the next one reads.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50876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select_issues.py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532888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500 bugs, samples across repo and difficulty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931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selected_instances.json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65960" y="2926080"/>
            <a:ext cx="146304" cy="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88336" y="150876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39696" y="201168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12848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list_submissions.py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212848" y="2532888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182 leaderboard systems and where their logs live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093976" y="3931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submissions_catalog.csv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48456" y="2926080"/>
            <a:ext cx="146304" cy="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70832" y="150876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083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22192" y="201168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95344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fetch_candidates.py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895344" y="2532888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patch.diff + report.json per candidate over HTTPS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776472" y="3931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candidates_raw.jsonl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30952" y="2926080"/>
            <a:ext cx="146304" cy="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53328" y="150876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5332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04688" y="201168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build_predictions.py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2532888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Harness-format JSONL, only for optional regrading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58968" y="3931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predictions/*.jsonl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13448" y="2926080"/>
            <a:ext cx="146304" cy="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735824" y="150876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35824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187184" y="2011680"/>
            <a:ext cx="1481328" cy="1828800"/>
          </a:xfrm>
          <a:prstGeom prst="roundRect">
            <a:avLst>
              <a:gd name="adj" fmla="val 6173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60336" y="20756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build_candidate_table.py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260336" y="2532888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→ FULL/PARTIAL/NO, label, agreement feature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141464" y="3931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trustgate_candidate_results.csv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</a:t>
            </a:r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static_checks.py applies each patch at the base commit and records syntax, compile and lint results. run_harness.sh regrades with the official Docker harness. Neither is needed for the default run.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ends up: the data/ folder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swebench_verified.parquet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select_issues.py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pipeline scripts (the notebook downloads its own copy)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selected_instances.json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select_issues.py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fetch_candidates.py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submissions_catalog.csv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list_submissions.py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fetch_candidates.py --auto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raw/&lt;system&gt;/&lt;issue&gt;/patch.diff, report.json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fetch_candidates.py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fetch_candidates.py (cache, resumable)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candidates_raw.jsonl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fetch_candidates.py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build_predictions, static_checks, build_candidate_table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static_features.csv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static_checks.py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build_candidate_table.py --static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predictions/&lt;system&gt;.jsonl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build_predictions.py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run_harness.sh (optional)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36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trustgate_candidate_results.csv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3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build_candidate_table.py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3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NOTEBOOK, section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trustgate_candidate_evaluation_errors.csv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build_candidate_table.py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you, when auditing ungraded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orange file crosses into the notebook. Everything else is pipeline-internal.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notebook loads dataset 1: the 500 bugs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imports cell near the top. The notebook fetches this itself, without the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846320" cy="1600200"/>
          </a:xfrm>
          <a:prstGeom prst="roundRect">
            <a:avLst>
              <a:gd name="adj" fmla="val 4571"/>
            </a:avLst>
          </a:prstGeom>
          <a:solidFill>
            <a:srgbClr val="F0F3F4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45720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datasets import load_dataset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DATASET_NAME = "SWE-bench/SWE-bench_Verified"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 = load_dataset(DATASET_NAME, split="test")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swe = ds.to_pandas()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print("Rows:", len(swe))      # 500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4630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load_dataset makes a network call to Hugging Face the first time, then uses the cache in ~/.cache/huggingface.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fallback tries the older princeton-nlp mirror if the official name fails.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pandas DataFrame named swe with 500 rows and 17 columns.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feeds the EDA in sections 3 and 4, and later provides issue text for the semantic features in section 19.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91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copies? The pipeline runs outside Jupyter and needs the same table in its scripts, so select_issues.py caches a parquet under data/. The notebook never reads that parquet; both copies come from the same source and are identical.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notebook loads dataset 2: the CSV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8, the candidate-loading cell. This is the hand-off from the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937760" cy="2240280"/>
          </a:xfrm>
          <a:prstGeom prst="roundRect">
            <a:avLst>
              <a:gd name="adj" fmla="val 3265"/>
            </a:avLst>
          </a:prstGeom>
          <a:solidFill>
            <a:srgbClr val="F0F3F4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27048"/>
            <a:ext cx="466344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CANDIDATE_RESULTS_PATH = os.environ.get(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"TRUSTGATE_CANDIDATES",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"data/trustgate_candidate_results.csv")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os.path.exists(CANDIDATE_RESULTS_PATH):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candidates = pd.read_csv(CANDIDATE_RESULTS_PATH)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candidates = pd.DataFrame(columns=CANDIDATE_COLUMNS)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all(c in candidates.columns for c in CANDIDATE_COLUMNS)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 = add_diff_features(candidates)   # adds patch_additions, ...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23560" y="1435608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23560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67335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TRUSTGATE_CANDIDATES, else data/trustgate_candidate_results.csv relative to where Jupyter started (the repo root).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23560" y="2221992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03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45973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 loads the CSV into candidates. If the file is missing, an empty frame is built and the modeling cells skip.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23560" y="3008376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2356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2461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CANDIDATE_COLUMNS must be present. The pipeline writes exactly these, in order, from the same list in common.py.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379476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2356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776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40325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add_diff_features computes additions, deletions, files, hunks and size from the patch text. The pipeline never writes these.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94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DataFrame named cand. If it has 100+ rows, 50+ issues and both labels, sections 9 to 19 run; otherwise they print a message and skip. On Colab, the bootstrap cell after the pip install runs the pipeline in place so the same default path resolves.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hand-off contract: 24 columns, same order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CANDIDATE_COLUMNS is defined identically in the notebook and in pipeline/common.py.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Filled by the pipeline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2140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instance_id, candidate_id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agent_name, model_name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(the diff text)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patch_apply_ok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self_consistency (cross-candidate agreement)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syntax_ok, compile_ok, lint and static counts, when --static was run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27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empty (NaN)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2140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visible_test_pass_rate, visible_test_fail_count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ci_job_failure_count, ci_job_success_rate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model_confidence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submissions do not record these. The notebook's imputer fills them; production PR data (section 20) supplies the CI 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627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Outcomes: never features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2140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resolved_status: FULL / PARTIAL / NO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fail_to_pass_rate, pass_to_pass_rate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evaluation_error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1 only for FULL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describe the answer. They are kept for diagnostics and are excluded from every feature list in the notebook.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CSV to decisions, inside the notebook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here happens in the notebook after section 8. Section numbers in circles.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" y="160020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6696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517904" cy="2011680"/>
          </a:xfrm>
          <a:prstGeom prst="roundRect">
            <a:avLst>
              <a:gd name="adj" fmla="val 6024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by issue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24328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20 / 20 train, validation, test. All candidates for one bug stay together.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3154680"/>
            <a:ext cx="118872" cy="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70048" y="160020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004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30552" y="2148840"/>
            <a:ext cx="1517904" cy="2011680"/>
          </a:xfrm>
          <a:prstGeom prst="roundRect">
            <a:avLst>
              <a:gd name="adj" fmla="val 6024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21992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221992" y="2624328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shape first. Section 19 adds agreement, code health and semantic.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66744" y="3154680"/>
            <a:ext cx="118872" cy="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43400" y="160020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03904" y="2148840"/>
            <a:ext cx="1517904" cy="2011680"/>
          </a:xfrm>
          <a:prstGeom prst="roundRect">
            <a:avLst>
              <a:gd name="adj" fmla="val 6024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95344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+ metrics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895344" y="2624328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and gradient boosting. AUC, PR-AUC, Brier, calibration.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0096" y="3154680"/>
            <a:ext cx="118872" cy="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16752" y="160020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16752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77256" y="2148840"/>
            <a:ext cx="1517904" cy="2011680"/>
          </a:xfrm>
          <a:prstGeom prst="roundRect">
            <a:avLst>
              <a:gd name="adj" fmla="val 6024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68696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568696" y="2624328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over approve and reject cut-offs on validation only, then frozen.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13448" y="3154680"/>
            <a:ext cx="118872" cy="0"/>
          </a:xfrm>
          <a:prstGeom prst="line">
            <a:avLst/>
          </a:prstGeom>
          <a:noFill/>
          <a:ln w="19050">
            <a:solidFill>
              <a:srgbClr val="9AAAB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90104" y="1600200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0104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50608" y="2148840"/>
            <a:ext cx="1517904" cy="2011680"/>
          </a:xfrm>
          <a:prstGeom prst="roundRect">
            <a:avLst>
              <a:gd name="adj" fmla="val 6024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42048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on test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242048" y="2624328"/>
            <a:ext cx="1335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approve precision, false approvals reported on the frozen test set.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19.7 chooses thresholds by grouped cross-validation over every non-test issue; 19.8 exports the final calibrated model to models/ for pipeline/score_patch.py.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run: what the pipeline produced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4,908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candidates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all 12 repositories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systems, 7 model families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1 (fully resolved)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2240280"/>
          <a:ext cx="82296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experiments found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split: 100 bugs the model never saw, 981 candidates. Numbers are ROC-AUC.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22960"/>
                <a:gridCol w="82296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Patch 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+ agreement between candidates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+ code health (static checks)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3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+ semantic (TF-IDF similarity)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337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is the single strongest feature: shuffling it costs 0.19 AUC.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similarity adds nothing on top of code health. A clean negative result.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wrote the patch is deliberately not a feature.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852160" y="141732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490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 → 0.74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892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AUC, baseline to best, bootstrap intervals do not overlap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52160" y="246888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5420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 – 0.80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when a whole repository is held out, mean 0.74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35204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89320" y="3593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9959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patches decided automatically at 77% approve and 93% reject precision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up: the full 2,294-issue test set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are the real sample size: 500 in Verified, 2,294 in the full 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240280"/>
          </a:xfrm>
          <a:prstGeom prst="roundRect">
            <a:avLst>
              <a:gd name="adj" fmla="val 4898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21408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patches for one bug rise and fall together, so 500 bugs is the real N, and the validation slice holds only 100.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tuned to 90% approve precision on those 100 delivered 76% on test. More issues is the fix, not a fancier model.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leaderboard mechanism, older and weaker systems: 10 defaults resolving 12% to 53%, about one third positives.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240280"/>
          </a:xfrm>
          <a:prstGeom prst="roundRect">
            <a:avLst>
              <a:gd name="adj" fmla="val 4898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121408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20574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0F3F4"/>
          </a:solidFill>
          <a:ln w="9525">
            <a:solidFill>
              <a:srgbClr val="D5DD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2167128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./run_pipeline.sh --split full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TRUSTGATE_SPLIT=full ./setup_and_run.sh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926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environment variable, read by both the pipeline and the notebook. Outputs go to data/full/, never overwriting Verified.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clones for the static checks are shared across splits.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877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19.6 Tree with common sense built 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114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constraints: more agreement can only raise the score, more static errors can only lower it. Early stopping picks the tree count. Isotonic calibration makes 0.7 mean seven in ten.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3877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19.7 Cut-offs chosen on every issue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4114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grouped CV gives every non-test issue an out-of-fold prediction. Calibrator and thresholds are fitted on those, one final model is refit on all of them and checked once on test.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vs full set: what changed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same notebook, one environment variable. Test AUC unless stated.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73736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 / candidates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/ 4,908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2,294 / 21,985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 seven model families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 older, Claude-heavy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Patches labeled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Baseline, patch shape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interval half-width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6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repository, 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Auto-approve on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of patches at 76% 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at 60% 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Auto-reject on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at 93% 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 at 71% 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80760" y="1417320"/>
            <a:ext cx="2606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halved. That was the goal of scaling up, and it worked.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AUC fell because the full set keeps the noisy issues Verified filtered out, its systems are a generation older, and only one patch in three works.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32% base rate no threshold reaches 90% approve precision. On the full set TrustGate is a rejecter and reviewer-prioritizer, not an approver.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Code-health features for the full set were still computing when these numbers were taken.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Sections 19 and 20: experiments and production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075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19: experiments on the table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 Semantic features: TF-IDF similarity between issue text and added lines, vocabulary fitted on training issues only.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 Ablation: four growing feature sets × logistic and gradient boosting, with permutation importance.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 Repository holdout: train on 11 projects, test on the 12th, for each project.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 Issue-level bootstrap intervals for baseline vs best model.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 The gate with the best model: thresholds meet a precision target on validation, then frozen for test.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 Stronger tree: monotonic constraints, early stopping, isotonic calibration.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 Cross-validated thresholds from out-of-fold predictions; final model refit on all non-test issues.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 Exports model, calibrator, features and thresholds to models/ for score_patch.py.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075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20: real pull requests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01368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8308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pipeline/import_github_prs.py pulls closed PRs from any GitHub repo: diff, author, review approvals, CI check results, merged, reverted within 30 days.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maps that file onto the same 24 columns, so everything from EDA to the gate runs unchanged.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options: merged and not reverted, merged, or approved by review.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columns that are empty for benchmark data are filled here, legitimately.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and production tables are never mixed in one training run.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we still need Docker? Not by default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run_pipeline.sh, the static checks, the notebook or the scorer uses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331720"/>
          </a:xfrm>
          <a:prstGeom prst="roundRect">
            <a:avLst>
              <a:gd name="adj" fmla="val 4706"/>
            </a:avLst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Docker was going to 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21408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self-generated patches by running each repository's tests inside a container.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grading is already done: the SWE-bench maintainers ran it and published the report.json files the pipeline downloads.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their results removed the only Docker step from the default run.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331720"/>
          </a:xfrm>
          <a:prstGeom prst="roundRect">
            <a:avLst>
              <a:gd name="adj" fmla="val 4706"/>
            </a:avLst>
          </a:prstGeom>
          <a:solidFill>
            <a:srgbClr val="FBEDE4"/>
          </a:solidFill>
          <a:ln w="12700">
            <a:solidFill>
              <a:srgbClr val="FBED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optional script that uses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121408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1031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pipeline/run_harness.sh regrades patches with the official harness. Run it only to verify public grades, to label patches you generate yourself, or to audit one disagreement.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Mac has 8 GB RAM, under the 16 GB the harness recommends. Prefer --modal to run it in the cloud, or a bigger machine.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6F2F2"/>
          </a:solidFill>
          <a:ln w="12700">
            <a:solidFill>
              <a:srgbClr val="E6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 needs no Docker either. </a:t>
            </a:r>
            <a:pPr indent="0" marL="0">
              <a:buNone/>
            </a:pPr>
            <a:r>
              <a:rPr lang="en-US" sz="1100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 takes labels from what happened to real pull requests on GitHub: merged, reverted, CI passed. Docker is an optional dependency, not a prerequisite.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TrustGate × SWE-bench  ·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from a fresh clone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14300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0A3540"/>
          </a:solidFill>
          <a:ln w="12700">
            <a:solidFill>
              <a:srgbClr val="0A35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1430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&lt;repo-url&gt; trustgate &amp;&amp; cd trustgate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143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code. No data is in git.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0A3540"/>
          </a:solidFill>
          <a:ln w="12700">
            <a:solidFill>
              <a:srgbClr val="0A35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17830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./setup_and_run.sh --no-run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uv, Python 3.11, all libraries. One to three minutes.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242316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0A3540"/>
          </a:solidFill>
          <a:ln w="12700">
            <a:solidFill>
              <a:srgbClr val="0A35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24231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./run_pipeline.sh --static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2: ~5,000 patches and grades plus code-health checks. Drop --static for a five-minute run; add --split full for 2,294 issues.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05840" y="306324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0A3540"/>
          </a:solidFill>
          <a:ln w="12700">
            <a:solidFill>
              <a:srgbClr val="0A35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30632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./setup_and_run.sh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063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notebook. Run All. Dataset 1 downloads during the run; dataset 2 is picked up from data/.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370332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0A3540"/>
          </a:solidFill>
          <a:ln w="12700">
            <a:solidFill>
              <a:srgbClr val="0A35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43000" y="37033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pipeline/score_patch.py --patch fix.diff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703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 new patch with the model cell 19.6 exported. Add --sibling for other candidates.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more: GETTING_STARTED.md (walkthrough and troubleshooting) · PIPELINE.md (what each step executes) · PIPELINE_EXPLAINED.md (plain English)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TrustGate notebook and pipeline</dc:title>
  <dc:subject>PptxGenJS Presentation</dc:subject>
  <dc:creator>PptxGenJS</dc:creator>
  <cp:lastModifiedBy>PptxGenJS</cp:lastModifiedBy>
  <cp:revision>1</cp:revision>
  <dcterms:created xsi:type="dcterms:W3CDTF">2026-09-26T04:01:44Z</dcterms:created>
  <dcterms:modified xsi:type="dcterms:W3CDTF">2026-09-26T04:01:44Z</dcterms:modified>
</cp:coreProperties>
</file>